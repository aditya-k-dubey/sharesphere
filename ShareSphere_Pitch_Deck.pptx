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62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-457200"/>
            <a:ext cx="2560320" cy="256032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PROJECT SHOWCASE  •  PBL-4  •  MUJ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ShareSphere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Driven Donation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surplus goods with communities in need powered by real time maps.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Dubey  •  23FE10CSE00731  •  Dept. of CSE, MUJ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MongoDB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92808" y="3493008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92808" y="3493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Express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8416" y="3493008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8416" y="3493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React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64024" y="3493008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64024" y="3493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Node.js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9632" y="3493008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9632" y="3493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Leaflet Maps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3493008"/>
            <a:ext cx="1325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35240" y="34930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Tailwind CSS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That Costs Lives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exist but can't find each other.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651760" cy="162763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4864" cy="16276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3035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Tonnes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food wasted annually in India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81328"/>
            <a:ext cx="2651760" cy="162763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481328"/>
            <a:ext cx="54864" cy="16276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0712" y="15727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1071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People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food insecure across India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481328"/>
            <a:ext cx="2651760" cy="162763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481328"/>
            <a:ext cx="54864" cy="16276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15727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9107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Real-time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donation discovery platforms in local communities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735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Does This Gap Persist?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63931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No location-aware discovery : donors can't find nearby NGOs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Communication friction : multi-step portals kill urgency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No real-time status : donations get duplicate claims or go unclaimed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Static listings divorced from geography slow down handovers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ShareSphere: Donation on the 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map-centric platform connecting donors, NGOs &amp; individuals.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97480" cy="26334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64208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2331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Interactive Map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" y="2743200"/>
            <a:ext cx="24871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Browse &amp; list donations live on an OpenStreetMap interface. Toggle between Find Donations and NGO Discovery modes.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82112" y="1508760"/>
            <a:ext cx="2697480" cy="26334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82112" y="1508760"/>
            <a:ext cx="2697480" cy="6400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664208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331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Instant Connect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291840" y="2743200"/>
            <a:ext cx="24871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One-tap WhatsApp deep-link connects donor to receiver instantly. No forms, no delay, no friction.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44184" y="1508760"/>
            <a:ext cx="2697480" cy="26334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44184" y="1508760"/>
            <a:ext cx="26974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664208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53912" y="2331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Smart Dashboards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53912" y="2743200"/>
            <a:ext cx="24871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Role-based dashboards for Donors and NGO Admins to track listings, analytics, and claimed items.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 That Make It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2697480" cy="148132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8288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Dual-Mode Map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41832" y="197510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Switch between Find Donations &amp; NGO Discovery with one click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481328"/>
            <a:ext cx="54864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82112" y="1481328"/>
            <a:ext cx="2697480" cy="148132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8288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03904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Placement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03904" y="197510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Click the map to list an item instantly — pin appears live for all users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82112" y="1481328"/>
            <a:ext cx="54864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44184" y="1481328"/>
            <a:ext cx="2697480" cy="148132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8288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Address Search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65976" y="197510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Nominatim-powered geocoding to jump to any street or neighbourhood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44184" y="1481328"/>
            <a:ext cx="54864" cy="14813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20040" y="3108960"/>
            <a:ext cx="2697480" cy="148132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4564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" y="3273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Category Filtering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41832" y="36027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Filter by Food, Clothes, Books, Electronics, Medicine &amp; more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" y="3108960"/>
            <a:ext cx="54864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182112" y="3108960"/>
            <a:ext cx="2697480" cy="148132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45643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03904" y="3273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Dashboards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803904" y="36027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Dedicated views for Donors and NGO Admins with status tracking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182112" y="3108960"/>
            <a:ext cx="54864" cy="14813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044184" y="3108960"/>
            <a:ext cx="2697480" cy="148132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45643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65976" y="3273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WhatsApp Integration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665976" y="36027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Pre-filled wa.me deep-link for frictionless donor-receiver chat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044184" y="3108960"/>
            <a:ext cx="54864" cy="148132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+ Map Engine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open-source, JavaScript-first architecture.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394960" cy="804672"/>
          </a:xfrm>
          <a:prstGeom prst="rect">
            <a:avLst/>
          </a:prstGeom>
          <a:solidFill>
            <a:srgbClr val="0F2040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4996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PRESENTATION TIER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React.js + Tailwind CSS + Lucide Icons + React-Leaflet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5394960" cy="804672"/>
          </a:xfrm>
          <a:prstGeom prst="rect">
            <a:avLst/>
          </a:prstGeom>
          <a:solidFill>
            <a:srgbClr val="0F2040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54864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542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</a:rPr>
              <a:t>APPLICATION TIER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Node.js + Express.js REST API  (Auth • CRUD • Geospatial Queries)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5394960" cy="804672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584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DATA TIER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877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MongoDB + Mongoose ODM  (2dsphere index for proximity queries)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2249424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71800" y="3291840"/>
            <a:ext cx="0" cy="23774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3716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External Services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82512" y="1755648"/>
            <a:ext cx="2487168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82512" y="1755648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65392" y="18470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OpenStreetMap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2157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Tile layer rendering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82512" y="2715768"/>
            <a:ext cx="2487168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82512" y="2715768"/>
            <a:ext cx="54864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65392" y="2807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Nominatim 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65392" y="3118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Geocoding &amp; address search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3675888"/>
            <a:ext cx="2487168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82512" y="3675888"/>
            <a:ext cx="54864" cy="77724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65392" y="3767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WhatsApp wa.me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65392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Direct chat deep-link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USER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Surplus to Someone Who Needs 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seamless 5-step journey.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" y="1389888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1719072"/>
            <a:ext cx="5303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76272"/>
            <a:ext cx="530352" cy="5303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2176272"/>
            <a:ext cx="1508760" cy="24871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Map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3200400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Donor opens ShareSphere. The interactive Leaflet map loads, showing all active donation pins nearby.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42032" y="1389888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42032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200400" y="1719072"/>
            <a:ext cx="5303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176272"/>
            <a:ext cx="530352" cy="53035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103120" y="2176272"/>
            <a:ext cx="1508760" cy="24871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212848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 Item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76272" y="3200400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Click any spot on the map → fill the form (title, category, condition) → pin appears live for all users.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279392" y="1389888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279392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4937760" y="1719072"/>
            <a:ext cx="5303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176272"/>
            <a:ext cx="530352" cy="53035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840480" y="2176272"/>
            <a:ext cx="1508760" cy="24871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950208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Receiver Browses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913632" y="3200400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NGO or individual filters by category/radius. Discovers the pin and clicks for details.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016752" y="1389888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016752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6675120" y="1719072"/>
            <a:ext cx="5303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176272"/>
            <a:ext cx="530352" cy="53035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577840" y="2176272"/>
            <a:ext cx="1508760" cy="24871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687568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Claim &amp; Chat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650992" y="3200400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Receiver clicks Claim → donation is reserved. One tap opens WhatsApp chat with the donor.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754112" y="1389888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754112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2176272"/>
            <a:ext cx="530352" cy="53035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315200" y="2176272"/>
            <a:ext cx="1508760" cy="24871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7424928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Handover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388352" y="3200400"/>
            <a:ext cx="1371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Goods exchanged. Donor marks collected. Dashboard updates. Community helped.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UI/UX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Dark Interface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responsive, and built for clarity.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572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4864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Dark Theme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Deep charcoal (#0A1628) base anchors the map as the primary visual element.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572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54864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Glassmorphism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backdrop-filter: blur(12px) panels overlay the map without obscuring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4572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163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Color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438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Emerald = Available  •  Amber = Claimed  •  Grey = Collected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4572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54864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Mobile-First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2428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Tailwind CSS responsive breakpoints; full-viewport map on mobile devices.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371600"/>
            <a:ext cx="3337560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1719072"/>
            <a:ext cx="3154680" cy="3044952"/>
          </a:xfrm>
          <a:prstGeom prst="rect">
            <a:avLst/>
          </a:prstGeom>
          <a:solidFill>
            <a:srgbClr val="0E1F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77840" y="2313432"/>
            <a:ext cx="3154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2907792"/>
            <a:ext cx="3154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0" y="3502152"/>
            <a:ext cx="3154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77840" y="4096512"/>
            <a:ext cx="3154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36208" y="1719072"/>
            <a:ext cx="0" cy="3044952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94576" y="1719072"/>
            <a:ext cx="0" cy="3044952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52944" y="1719072"/>
            <a:ext cx="0" cy="3044952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11312" y="1719072"/>
            <a:ext cx="0" cy="3044952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73368" y="244144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70648" y="289864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22008" y="3538728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27848" y="235000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77840" y="1444752"/>
            <a:ext cx="315468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50992" y="14630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Search location...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0" y="48097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ShareSphere  UI Preview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SOCIAL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5 UN Sustainable Development Goals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5179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347472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SDG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196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 Hunger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Real-time food donation listings reduce perishable waste reaching those who are food insecure before it expires.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1417320"/>
            <a:ext cx="2697480" cy="15179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82112" y="1417320"/>
            <a:ext cx="269748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73552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SDG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8196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Good Health &amp; Well-being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73552" y="213055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Medicine and hygiene product donations reach underprivileged communities through verified NGO channels.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417320"/>
            <a:ext cx="2697480" cy="15179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44184" y="1417320"/>
            <a:ext cx="2697480" cy="347472"/>
          </a:xfrm>
          <a:prstGeom prst="rect">
            <a:avLst/>
          </a:prstGeom>
          <a:solidFill>
            <a:srgbClr val="C5192D"/>
          </a:solidFill>
          <a:ln w="12700">
            <a:solidFill>
              <a:srgbClr val="C519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35624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SDG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35624" y="18196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Quality Education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35624" y="213055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Book and stationery donations are surfaced to schools and study centres in under-resourced neighbourhoods.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81528"/>
            <a:ext cx="2697480" cy="15179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081528"/>
            <a:ext cx="2697480" cy="347472"/>
          </a:xfrm>
          <a:prstGeom prst="rect">
            <a:avLst/>
          </a:prstGeom>
          <a:solidFill>
            <a:srgbClr val="FD9D24"/>
          </a:solidFill>
          <a:ln w="12700">
            <a:solidFill>
              <a:srgbClr val="FD9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SDG 11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4838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Sustainable Cities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7947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Hyper-local donation discovery reduces logistics overhead, strengthening the social fabric of communities.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82112" y="3081528"/>
            <a:ext cx="2697480" cy="1517904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82112" y="3081528"/>
            <a:ext cx="2697480" cy="347472"/>
          </a:xfrm>
          <a:prstGeom prst="rect">
            <a:avLst/>
          </a:prstGeom>
          <a:solidFill>
            <a:srgbClr val="BF8B2E"/>
          </a:solidFill>
          <a:ln w="12700">
            <a:solidFill>
              <a:srgbClr val="BF8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73552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SDG 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34838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Responsible Consumption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73552" y="37947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Diverts surplus electronics, clothing and food from landfill promoting circular economy principles at a grassroots level.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0B981"/>
                </a:solidFill>
              </a:rPr>
              <a:t>ShareSphere is not just an app — it is a mechanism for local SDG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8229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10B981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ShareSphere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impact through intelligence and reach.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34015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432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Launched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176272"/>
            <a:ext cx="245059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Interactive dual-mode map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Real-time donation pins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WhatsApp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Donor + NGO dashboards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Category filtering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34015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4320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14630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0712" y="2176272"/>
            <a:ext cx="245059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Verified Donor Badges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PWA + Push Notifications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Radius-based search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NGO analytics heat maps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Multilingual (Hindi/Regional)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340156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7432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4630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Future Vision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176272"/>
            <a:ext cx="245059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AI photo-based item tagging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Logistics pickup scheduling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Blockchain donation audit trail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Corporate CSR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Expanded India-wide rollout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1645920"/>
            <a:ext cx="4114800" cy="41148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</a:rPr>
              <a:t>THE 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Surplus Good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Its Purpose.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61488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ShareSphere proves that open-source technology, thoughtful UX,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and community engagement can close the gap between waste and need.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SDGs Addressed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50592" y="3611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Core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3984" y="3611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43984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37376" y="3611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37376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Open Source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Aditya Kumar Dubey  •  23FE10CSE00731  •  PBL-4  •  Dept. of CSE, Manipal University Jaipur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553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829</Words>
  <Application>Microsoft Office PowerPoint</Application>
  <PresentationFormat>On-screen Show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ShareSphere — Community Donation Platform</dc:title>
  <dc:subject>PptxGenJS Presentation</dc:subject>
  <dc:creator>Aditya Kumar Dubey</dc:creator>
  <cp:lastModifiedBy>[BTECH-005-2023-24] Aditya Kumar Dubey</cp:lastModifiedBy>
  <cp:revision>3</cp:revision>
  <dcterms:created xsi:type="dcterms:W3CDTF">2026-04-13T20:03:31Z</dcterms:created>
  <dcterms:modified xsi:type="dcterms:W3CDTF">2026-04-14T06:00:49Z</dcterms:modified>
</cp:coreProperties>
</file>